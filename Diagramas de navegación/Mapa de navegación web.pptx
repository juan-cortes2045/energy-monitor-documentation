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2" d="100"/>
          <a:sy n="82" d="100"/>
        </p:scale>
        <p:origin x="2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0114E5-42E6-69B2-4952-7C5E0FD8A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530FB1-CBDD-C0DC-9B2D-211253964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0BCE8D-98D3-109D-6B79-00F9926B3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A9941B-B275-D73D-DD91-DC5CF2186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C3ACFC-37B9-B65F-EF2B-9A5514A96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3645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C4BE6-0900-6419-A0D2-37D4A37D7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B0E734-3A81-F199-661C-8DAA19F1A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4D0DFF-E7FA-39E6-6772-6797EEFCD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60276B-FA99-1151-F87E-5F62B9921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1B9A2B-2A2D-6FA7-5CDE-1F693DAD6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0261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990C29-A71E-D4CA-BDEB-CDA9D87C9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56E671-0FAC-2277-13FF-F7EE4C36E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7AB93E-5078-6DC5-5BEC-2B23E900E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E50337-B236-8402-C421-AD141A2F7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C61B26-F63F-49CA-7C6C-65BEEE939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9700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06238-6D3F-8FD0-9E66-14258D05B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590F3F-3BB4-EFC3-5FD4-2B64B37915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113A4A-9D9C-5D72-F3BA-55D7B9842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14282D-5265-D6F0-0721-2D35940B0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BED0EF-4123-2D08-EDFC-A01B2B8C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2CCFAD-C080-8000-7BD4-82EAEA107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5565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34541-7ABE-B323-338C-DAFD58064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DD99BC-2B60-69D1-8D15-728B356C7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8E65A9-285E-D054-2A89-1D5857A12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DD0042-83E7-6214-DAB0-E6937A244C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7CCBD60-0F10-FA0B-4489-F226E0703E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77E538C-7733-5FC6-CE71-A7ED01553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4CC8CCC-5D53-CBE7-6830-E0A0AC158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8F49BCF-EF42-679C-B0AA-A5E3E33D0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9099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E14EF4-9AF5-2C6B-6961-B7E8C2D62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B47B88A-B65E-1431-CED2-C82C32E08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0E854C8-8039-E76A-A34A-C8F75B3AD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47CBF31-26A8-67FA-2717-CF8271C26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2667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C3CF14-DE43-2C62-4162-68E67BE7F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D92CAB-80C5-BF42-08EC-1F8369E58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6A1832-A016-48CA-B8BE-2B0DBE6D9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2444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6B3BF-52A4-B5C9-B730-0346221B0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2EAF62-89E5-84B3-B461-7C25B8869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958B78-BDCD-BC0F-CBEE-687254450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748666-336E-216B-CFE1-65C6D2950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2CE631-1376-473B-8F81-71AD8E0EA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D8A120-8CE0-B07C-E45A-CD7A773C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7489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7883E-7943-3F8F-7158-8D9D49DFB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DA9613-3CC0-975D-E267-373DDB39C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247DC2C-4E50-079D-1217-A743ACD0D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8F9602C-8858-DC97-6D77-BB139F068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D672F7-FA44-F97D-8FCF-69B9F1302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A5F018-40DE-4D91-C401-C2F0599BD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1137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B2B0D8-7650-D06C-659B-435FC56E3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ED38AEE-696F-797C-EB41-436CBF1C2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233EA8-7597-3B60-A50F-2170FE173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FF4AA2-57A9-0FD9-E373-C7B8D49BD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C9C4A0-FD0D-C15F-7A80-DE022A349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5340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02868A4-6FC6-B071-413B-ADDD04F9B0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F728E7E-2054-D327-46A2-35BEEB6DB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79214C-85E1-3B44-EA87-7B248385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1BB29F-25C6-8405-7BF2-51A32CB34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0F796E-7DBD-9AF3-3716-B752F7D17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5655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5B28838-EE16-0F7B-CB1E-416F49C3C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F08DCA-497B-28BB-18D4-F2B687A93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4F428E-41C1-DBE0-3517-D8E7B086B7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1BCF70-2BFB-45D1-8E1C-263C44293305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42E166-6E34-713D-FF85-4975FB697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7FF503-183A-9270-9117-E6D2AA92F1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260D47-15A3-4BBD-B436-D192054E240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67622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28600" y="137160"/>
            <a:ext cx="11704320" cy="566928"/>
          </a:xfrm>
          <a:prstGeom prst="roundRect">
            <a:avLst>
              <a:gd name="adj" fmla="val 14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900" b="1">
                <a:solidFill>
                  <a:srgbClr val="FFFFFF"/>
                </a:solidFill>
              </a:rPr>
              <a:t>EnergyMonitor — Mapa de navegación (Web)</a:t>
            </a:r>
          </a:p>
          <a:p>
            <a:pPr algn="ctr"/>
            <a:r>
              <a:rPr sz="1000">
                <a:solidFill>
                  <a:srgbClr val="D6E4F7"/>
                </a:solidFill>
              </a:rPr>
              <a:t>Navegación por barra lateral. Tras iniciar sesión se accede a Inicio (Dashboard).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896112"/>
            <a:ext cx="1600200" cy="457200"/>
          </a:xfrm>
          <a:prstGeom prst="roundRect">
            <a:avLst>
              <a:gd name="adj" fmla="val 14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Acceso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28700" y="704088"/>
            <a:ext cx="0" cy="192024"/>
          </a:xfrm>
          <a:prstGeom prst="line">
            <a:avLst/>
          </a:prstGeom>
          <a:ln w="9525">
            <a:solidFill>
              <a:srgbClr val="BDD7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28600" y="1536192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Iniciar sesión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28700" y="1353312"/>
            <a:ext cx="0" cy="182880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8600" y="19933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Registrarse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28700" y="1353312"/>
            <a:ext cx="0" cy="640079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28600" y="24505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Registrarse con Google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28700" y="1353312"/>
            <a:ext cx="0" cy="1097279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8600" y="29077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Recuperar contraseña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28700" y="1353312"/>
            <a:ext cx="0" cy="1554479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28600" y="33649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Verificar cuenta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28700" y="1353312"/>
            <a:ext cx="0" cy="2011679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938528" y="896112"/>
            <a:ext cx="1600200" cy="457200"/>
          </a:xfrm>
          <a:prstGeom prst="roundRect">
            <a:avLst>
              <a:gd name="adj" fmla="val 14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Inicio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38628" y="704088"/>
            <a:ext cx="0" cy="192024"/>
          </a:xfrm>
          <a:prstGeom prst="line">
            <a:avLst/>
          </a:prstGeom>
          <a:ln w="9525">
            <a:solidFill>
              <a:srgbClr val="BDD7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938528" y="1536192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Lista de hogares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38628" y="1353312"/>
            <a:ext cx="0" cy="182880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938528" y="19933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Crear hogar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38628" y="1353312"/>
            <a:ext cx="0" cy="640079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938528" y="24505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Unirse a hogar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738628" y="1353312"/>
            <a:ext cx="0" cy="1097279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648456" y="896112"/>
            <a:ext cx="1600200" cy="457200"/>
          </a:xfrm>
          <a:prstGeom prst="roundRect">
            <a:avLst>
              <a:gd name="adj" fmla="val 14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Hogares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448556" y="704088"/>
            <a:ext cx="0" cy="192024"/>
          </a:xfrm>
          <a:prstGeom prst="line">
            <a:avLst/>
          </a:prstGeom>
          <a:ln w="9525">
            <a:solidFill>
              <a:srgbClr val="BDD7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648456" y="1536192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1">
                <a:solidFill>
                  <a:srgbClr val="1F3864"/>
                </a:solidFill>
              </a:rPr>
              <a:t>Detalle del hogar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448556" y="1353312"/>
            <a:ext cx="0" cy="182880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648456" y="19933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Consumo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448556" y="1353312"/>
            <a:ext cx="0" cy="640079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648456" y="24505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Historial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448556" y="1353312"/>
            <a:ext cx="0" cy="1097279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648456" y="29077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C00000"/>
                </a:solidFill>
              </a:rPr>
              <a:t>Usuarios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448556" y="1353312"/>
            <a:ext cx="0" cy="1554479"/>
          </a:xfrm>
          <a:prstGeom prst="line">
            <a:avLst/>
          </a:prstGeom>
          <a:ln w="9525">
            <a:solidFill>
              <a:srgbClr val="C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648456" y="33649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C00000"/>
                </a:solidFill>
              </a:rPr>
              <a:t>Dispositivos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448556" y="1353312"/>
            <a:ext cx="0" cy="2011679"/>
          </a:xfrm>
          <a:prstGeom prst="line">
            <a:avLst/>
          </a:prstGeom>
          <a:ln w="9525">
            <a:solidFill>
              <a:srgbClr val="C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648456" y="38221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C00000"/>
                </a:solidFill>
              </a:rPr>
              <a:t>Umbrales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448556" y="1353312"/>
            <a:ext cx="0" cy="2468879"/>
          </a:xfrm>
          <a:prstGeom prst="line">
            <a:avLst/>
          </a:prstGeom>
          <a:ln w="9525">
            <a:solidFill>
              <a:srgbClr val="C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648456" y="4279392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Hogar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448556" y="1353312"/>
            <a:ext cx="0" cy="2926080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358384" y="896112"/>
            <a:ext cx="1600200" cy="457200"/>
          </a:xfrm>
          <a:prstGeom prst="roundRect">
            <a:avLst>
              <a:gd name="adj" fmla="val 14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Favoritos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158484" y="704088"/>
            <a:ext cx="0" cy="192024"/>
          </a:xfrm>
          <a:prstGeom prst="line">
            <a:avLst/>
          </a:prstGeom>
          <a:ln w="9525">
            <a:solidFill>
              <a:srgbClr val="BDD7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358384" y="1536192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Dispositivos favoritos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158484" y="1353312"/>
            <a:ext cx="0" cy="182880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068312" y="896112"/>
            <a:ext cx="1600200" cy="457200"/>
          </a:xfrm>
          <a:prstGeom prst="roundRect">
            <a:avLst>
              <a:gd name="adj" fmla="val 14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Notificaciones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868412" y="704088"/>
            <a:ext cx="0" cy="192024"/>
          </a:xfrm>
          <a:prstGeom prst="line">
            <a:avLst/>
          </a:prstGeom>
          <a:ln w="9525">
            <a:solidFill>
              <a:srgbClr val="BDD7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068312" y="1536192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Alertas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868412" y="1353312"/>
            <a:ext cx="0" cy="182880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068312" y="19933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Recomendaciones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868412" y="1353312"/>
            <a:ext cx="0" cy="640079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778240" y="896112"/>
            <a:ext cx="1600200" cy="457200"/>
          </a:xfrm>
          <a:prstGeom prst="roundRect">
            <a:avLst>
              <a:gd name="adj" fmla="val 14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Ajustes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578340" y="704088"/>
            <a:ext cx="0" cy="192024"/>
          </a:xfrm>
          <a:prstGeom prst="line">
            <a:avLst/>
          </a:prstGeom>
          <a:ln w="9525">
            <a:solidFill>
              <a:srgbClr val="BDD7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8778240" y="1536192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Idioma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578340" y="1353312"/>
            <a:ext cx="0" cy="182880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8778240" y="19933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Temas (colores)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578340" y="1353312"/>
            <a:ext cx="0" cy="640079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8778240" y="24505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Notificaciones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578340" y="1353312"/>
            <a:ext cx="0" cy="1097279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10488168" y="896112"/>
            <a:ext cx="1600200" cy="457200"/>
          </a:xfrm>
          <a:prstGeom prst="roundRect">
            <a:avLst>
              <a:gd name="adj" fmla="val 14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Mi cuenta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1288268" y="704088"/>
            <a:ext cx="0" cy="192024"/>
          </a:xfrm>
          <a:prstGeom prst="line">
            <a:avLst/>
          </a:prstGeom>
          <a:ln w="9525">
            <a:solidFill>
              <a:srgbClr val="BDD7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10488168" y="1536192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Editar perfil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1288268" y="1353312"/>
            <a:ext cx="0" cy="182880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10488168" y="19933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Cambiar contraseña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1288268" y="1353312"/>
            <a:ext cx="0" cy="640079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10488168" y="2450591"/>
            <a:ext cx="160020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FAA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950" b="0">
                <a:solidFill>
                  <a:srgbClr val="1F3864"/>
                </a:solidFill>
              </a:rPr>
              <a:t>Cerrar sesión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1288268" y="1353312"/>
            <a:ext cx="0" cy="1097279"/>
          </a:xfrm>
          <a:prstGeom prst="line">
            <a:avLst/>
          </a:prstGeom>
          <a:ln w="9525">
            <a:solidFill>
              <a:srgbClr val="8FAAD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228600" y="5029200"/>
            <a:ext cx="11704320" cy="457200"/>
          </a:xfrm>
          <a:prstGeom prst="roundRect">
            <a:avLst>
              <a:gd name="adj" fmla="val 14000"/>
            </a:avLst>
          </a:prstGeom>
          <a:solidFill>
            <a:srgbClr val="FDEAEA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00" b="1">
                <a:solidFill>
                  <a:srgbClr val="C00000"/>
                </a:solidFill>
              </a:rPr>
              <a:t>Las pantallas en rojo son accesibles únicamente por el propietario del hogar (usuario responsable).</a:t>
            </a:r>
          </a:p>
        </p:txBody>
      </p:sp>
    </p:spTree>
    <p:extLst>
      <p:ext uri="{BB962C8B-B14F-4D97-AF65-F5344CB8AC3E}">
        <p14:creationId xmlns:p14="http://schemas.microsoft.com/office/powerpoint/2010/main" val="21881517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54</Words>
  <Application>Microsoft Office PowerPoint</Application>
  <PresentationFormat>Panorámica</PresentationFormat>
  <Paragraphs>21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Tuabuela 77</dc:creator>
  <cp:lastModifiedBy>Tuabuela 77</cp:lastModifiedBy>
  <cp:revision>4</cp:revision>
  <dcterms:created xsi:type="dcterms:W3CDTF">2025-12-14T05:13:06Z</dcterms:created>
  <dcterms:modified xsi:type="dcterms:W3CDTF">2025-12-14T17:42:50Z</dcterms:modified>
</cp:coreProperties>
</file>